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88952" cy="265176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69748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Banking Data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03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C9A02A"/>
                </a:solidFill>
              </a:rPr>
              <a:t>Power BI Dashboards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AABBCC"/>
                </a:solidFill>
              </a:rPr>
              <a:t>Batch Analytics  ·  Real-time Streaming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88952" cy="64008"/>
          </a:xfrm>
          <a:prstGeom prst="rect">
            <a:avLst/>
          </a:prstGeom>
          <a:solidFill>
            <a:srgbClr val="C9A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Batch Processing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C9A02A"/>
                </a:solidFill>
              </a:rPr>
              <a:t>Historical Analytics  —  5 Pages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7-06 1434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7-06 1434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7-06 143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7-06 1435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7-06 1435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88952" cy="64008"/>
          </a:xfrm>
          <a:prstGeom prst="rect">
            <a:avLst/>
          </a:prstGeom>
          <a:solidFill>
            <a:srgbClr val="C9A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Streaming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C9A02A"/>
                </a:solidFill>
              </a:rPr>
              <a:t>Real-time Operations  —  3 Pages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7-06 1436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7-06 1436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 2026-07-06 1436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